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Signal enters port 1. Most of it carries on to port 2. A small, known fraction is tapped off at port 3, so equipment can monitor the signal without interrupting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two properties matter. How big the wave is, and where it sits in its cycle. Everything your file records is one of those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number cannot carry both amplitude and phase, so the pair is stored as a point on a plane. The names real and imaginary are historical, not physical.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 followed by two digits. The second digit is the port the signal went into, the first is the port it came out of. Reciprocity makes three of the nine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compact way of writing what fraction of the power survived. Always negative for a component with no power supply, because you never get out more than you put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device behaves differently at every frequency, so each design is measured at 251 of them. The dip is the resonance the design is tuned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is a nominal the designer picks plus a tolerance the factory adds. Huawei supplied the real tolerances, and every study now uses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drawings, 540 different boards. Etching, thickness and material all vary, and some of the resulting boards will fail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one is a constraint the model can respect by construction rather than learn from scratch. Testing whether each actually helps is part of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simulation takes 30 minutes. The model never solves Maxwell. It learned the pattern from examples that did, and answers in about a tenth of a millisecond.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 for a small number of simulations once, train once, then ask the model millions of questions that were previously unaffordable.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real tolerances, board thickness and copper width A7 still explain 89 percent of reflection. For isolation the material constant fell to second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laminate change takes the pass rate from 32 to 45 percent. Halving three tolerances takes it to 83. Predictions, still to be confirmed in the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higher dielectric constant cuts isolation failures from 24 to 3 percent. The best value sits at the edge of the data, so higher values need new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designs is enough for engineering accuracy. Needing one ninth of the supplied data is itself an answer to a challenge the brief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file has no fields, so level three was never reachable. Huawei confirmed that level two, the physics of the port measurements,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answers are now built into the pipeline. The tolerance table changed two conclusions, and both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 times at 30 minutes a simulation. Even with 100 running at once, the sensitivity study alone would take 11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Simulating laminates above 4.02 and confirming the redesign turns a prediction into a result. The two questions for Huawei lift the last limits on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Calibri"/>
              </a:rPr>
              <a:t>HUAWEI TECH ARENA 2026   SUB-TOPIC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physics behind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96313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8D3D9"/>
                </a:solidFill>
                <a:latin typeface="Calibri"/>
              </a:rPr>
              <a:t>What the device does, what your data measures, and why a fast model of it answers the two things the competition marks.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the device actually 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A three-port coupler</a:t>
            </a:r>
          </a:p>
        </p:txBody>
      </p:sp>
      <p:pic>
        <p:nvPicPr>
          <p:cNvPr id="3" name="Picture 2" descr="01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97" y="1188720"/>
            <a:ext cx="9899499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Signal enters port 1. Most of it carries on to port 2. A small, known fraction is tapped off at port 3, so equipment can monitor the signal without interrupting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A radio signal is a wave</a:t>
            </a:r>
          </a:p>
        </p:txBody>
      </p:sp>
      <p:pic>
        <p:nvPicPr>
          <p:cNvPr id="3" name="Picture 2" descr="02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917"/>
            <a:ext cx="11057839" cy="3674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Only two properties matter. How big the wave is, and where it sits in its cycle. Everything your file records is one of those two.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Why every measurement has two columns</a:t>
            </a:r>
          </a:p>
        </p:txBody>
      </p:sp>
      <p:pic>
        <p:nvPicPr>
          <p:cNvPr id="3" name="Picture 2" descr="03_comp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81869"/>
            <a:ext cx="11057839" cy="39868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One number cannot carry both amplitude and phase, so the pair is stored as a point on a plane. The names real and imaginary are historical, not physical.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your file measures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Nine measurements, six of them independent</a:t>
            </a:r>
          </a:p>
        </p:txBody>
      </p:sp>
      <p:pic>
        <p:nvPicPr>
          <p:cNvPr id="3" name="Picture 2" descr="04_s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38" y="1188720"/>
            <a:ext cx="8664818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S followed by two digits. The second digit is the port the signal went into, the first is the port it came out of. Reciprocity makes three of the nine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Decibels</a:t>
            </a:r>
          </a:p>
        </p:txBody>
      </p:sp>
      <p:pic>
        <p:nvPicPr>
          <p:cNvPr id="3" name="Picture 2" descr="05_deci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2988"/>
            <a:ext cx="11057839" cy="4044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A compact way of writing what fraction of the power survived. Always negative for a component with no power supply, because you never get out more than you put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One board, swept across frequency</a:t>
            </a:r>
          </a:p>
        </p:txBody>
      </p:sp>
      <p:pic>
        <p:nvPicPr>
          <p:cNvPr id="3" name="Picture 2" descr="06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48203"/>
            <a:ext cx="11057839" cy="44542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The device behaves differently at every frequency, so each design is measured at 251 of them. The dip is the resonance the design is tuned around.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The eleven numbers that describe one board</a:t>
            </a:r>
          </a:p>
        </p:txBody>
      </p:sp>
      <p:pic>
        <p:nvPicPr>
          <p:cNvPr id="3" name="Picture 2" descr="16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53" y="1188720"/>
            <a:ext cx="9433988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Each is a nominal the designer picks plus a tolerance the factory adds. Huawei supplied the real tolerances, and every study now uses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Why manufacturing tolerance matters</a:t>
            </a:r>
          </a:p>
        </p:txBody>
      </p:sp>
      <p:pic>
        <p:nvPicPr>
          <p:cNvPr id="3" name="Picture 2" descr="07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594025"/>
            <a:ext cx="11057839" cy="39625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Identical drawings, 540 different boards. Etching, thickness and material all vary, and some of the resulting boards will fail specification.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physics we can exploit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Three laws your measurements already obey</a:t>
            </a:r>
          </a:p>
        </p:txBody>
      </p:sp>
      <p:pic>
        <p:nvPicPr>
          <p:cNvPr id="3" name="Picture 2" descr="11_l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38" y="1188720"/>
            <a:ext cx="10353019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Each one is a constraint the model can respect by construction rather than learn from scratch. Testing whether each actually helps is part of the contribution.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project itself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Why simulation is slow, and the model is not</a:t>
            </a:r>
          </a:p>
        </p:txBody>
      </p:sp>
      <p:pic>
        <p:nvPicPr>
          <p:cNvPr id="3" name="Picture 2" descr="08_slow_f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38" y="1188720"/>
            <a:ext cx="10353019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One simulation takes 30 minutes. The model never solves Maxwell. It learned the pattern from examples that did, and answers in about a tenth of a millisecond.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How the whole thing fits together</a:t>
            </a:r>
          </a:p>
        </p:txBody>
      </p:sp>
      <p:pic>
        <p:nvPicPr>
          <p:cNvPr id="3" name="Picture 2" descr="09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725" y="1188720"/>
            <a:ext cx="7628244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Pay for a small number of simulations once, train once, then ask the model millions of questions that were previously unaffordable.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Which manufacturing errors actually matter</a:t>
            </a:r>
          </a:p>
        </p:txBody>
      </p:sp>
      <p:pic>
        <p:nvPicPr>
          <p:cNvPr id="3" name="Picture 2" descr="10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00657"/>
            <a:ext cx="11057839" cy="43492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Under the real tolerances, board thickness and copper width A7 still explain 89 percent of reflection. For isolation the material constant fell to second place.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How many boards pass, and how to raise it</a:t>
            </a:r>
          </a:p>
        </p:txBody>
      </p:sp>
      <p:pic>
        <p:nvPicPr>
          <p:cNvPr id="3" name="Picture 2" descr="12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71587"/>
            <a:ext cx="11057839" cy="46074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A laminate change takes the pass rate from 32 to 45 percent. Halving three tolerances takes it to 83. Predictions, still to be confirmed in the solver.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The redesign lever: the laminate</a:t>
            </a:r>
          </a:p>
        </p:txBody>
      </p:sp>
      <p:pic>
        <p:nvPicPr>
          <p:cNvPr id="3" name="Picture 2" descr="22_lamin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83" y="1188720"/>
            <a:ext cx="11031127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A higher dielectric constant cuts isolation failures from 24 to 3 percent. The best value sits at the edge of the data, so higher values need new simulations.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You do not need all 540 simulations</a:t>
            </a:r>
          </a:p>
        </p:txBody>
      </p:sp>
      <p:pic>
        <p:nvPicPr>
          <p:cNvPr id="3" name="Picture 2" descr="14_data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00" y="1188720"/>
            <a:ext cx="11035494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Sixty designs is enough for engineering accuracy. Needing one ninth of the supplied data is itself an answer to a challenge the brief names.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9F00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Huawei answered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Physics-informed is not one thing</a:t>
            </a:r>
          </a:p>
        </p:txBody>
      </p:sp>
      <p:pic>
        <p:nvPicPr>
          <p:cNvPr id="3" name="Picture 2" descr="13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22" y="1188720"/>
            <a:ext cx="9721649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Your file has no fields, so level three was never reachable. Huawei confirmed that level two, the physics of the port measurements, counts.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What Huawei answered, and what it changed</a:t>
            </a:r>
          </a:p>
        </p:txBody>
      </p:sp>
      <p:pic>
        <p:nvPicPr>
          <p:cNvPr id="3" name="Picture 2" descr="17_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16" y="1188720"/>
            <a:ext cx="9162861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All three answers are now built into the pipeline. The tolerance table changed two conclusions, and both are reported.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What the marking scheme rewards</a:t>
            </a:r>
          </a:p>
        </p:txBody>
      </p:sp>
      <p:pic>
        <p:nvPicPr>
          <p:cNvPr id="3" name="Picture 2" descr="15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16" y="1188720"/>
            <a:ext cx="9162861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Serial times at 30 minutes a simulation. Even with 100 running at once, the sensitivity study alone would take 11 days.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1417"/>
                </a:solidFill>
                <a:latin typeface="Calibri"/>
              </a:rPr>
              <a:t>What to do next, in order</a:t>
            </a:r>
          </a:p>
        </p:txBody>
      </p:sp>
      <p:pic>
        <p:nvPicPr>
          <p:cNvPr id="3" name="Picture 2" descr="20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03" y="1188720"/>
            <a:ext cx="10700488" cy="4773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8990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Simulating laminates above 4.02 and confirming the redesign turns a prediction into a result. The two questions for Huawei lift the last limits on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