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5" r:id="rId2"/>
    <p:sldId id="263" r:id="rId3"/>
    <p:sldId id="260" r:id="rId4"/>
    <p:sldId id="261" r:id="rId5"/>
    <p:sldId id="262" r:id="rId6"/>
    <p:sldId id="264" r:id="rId7"/>
    <p:sldId id="266" r:id="rId8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E9453B-22E6-4743-B5D7-712A7447EFE8}" v="9" dt="2024-09-26T16:39:58.074"/>
    <p1510:client id="{55709035-28FA-7E40-A30D-814D508C6C7C}" v="4" dt="2024-09-26T10:52:55.698"/>
    <p1510:client id="{B3CDC390-7130-46FB-8A42-AAD3129DA02B}" v="1" dt="2024-09-27T06:58:38.7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4"/>
    <p:restoredTop sz="94643"/>
  </p:normalViewPr>
  <p:slideViewPr>
    <p:cSldViewPr snapToGrid="0">
      <p:cViewPr varScale="1">
        <p:scale>
          <a:sx n="110" d="100"/>
          <a:sy n="110" d="100"/>
        </p:scale>
        <p:origin x="8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80" d="100"/>
          <a:sy n="180" d="100"/>
        </p:scale>
        <p:origin x="644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CAEFE95-336D-6656-CE66-C667D5C194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9F5DAF-2C7D-B74E-056E-6494B25E79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941043-7DE3-3B4B-8808-49144DD7CE95}" type="datetimeFigureOut">
              <a:rPr lang="en-IT" smtClean="0"/>
              <a:t>06/18/2026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F05A19-DFEF-AFBF-5E26-C5DF1F52A7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C20FA-9626-1F48-EA1D-FBE3C30FC4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DFE52-1AA1-EE47-8289-3D449B3E1441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731367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A48BC-43B7-DD4B-8D50-B5EC06F3FC3B}" type="datetimeFigureOut">
              <a:rPr lang="en-IT" smtClean="0"/>
              <a:t>06/18/2026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E06172-85A0-534A-8C3D-5BC6742886F9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51689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hexagons&#10;&#10;Description automatically generated">
            <a:extLst>
              <a:ext uri="{FF2B5EF4-FFF2-40B4-BE49-F238E27FC236}">
                <a16:creationId xmlns:a16="http://schemas.microsoft.com/office/drawing/2014/main" id="{68F185F4-06DB-A0D2-98BD-7F2A6C969D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535" r="553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D01ED-C930-5004-42CE-54A45354F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52729"/>
            <a:ext cx="9144000" cy="703153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GB" dirty="0"/>
              <a:t>Click to edit Master title style</a:t>
            </a:r>
            <a:endParaRPr lang="en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CA286-79EA-82C6-39E8-61C19320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 dirty="0"/>
              <a:t>HUAWEI </a:t>
            </a:r>
            <a:r>
              <a:rPr lang="en-IT"/>
              <a:t>TECHARENA 202</a:t>
            </a:r>
            <a:r>
              <a:rPr lang="it-IT" dirty="0"/>
              <a:t>6</a:t>
            </a:r>
            <a:endParaRPr lang="en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1843C-1C17-9E80-0172-045C1372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‹N›</a:t>
            </a:fld>
            <a:endParaRPr lang="en-IT"/>
          </a:p>
        </p:txBody>
      </p:sp>
      <p:pic>
        <p:nvPicPr>
          <p:cNvPr id="7" name="Picture 6" descr="A black and orange logo&#10;&#10;Description automatically generated">
            <a:extLst>
              <a:ext uri="{FF2B5EF4-FFF2-40B4-BE49-F238E27FC236}">
                <a16:creationId xmlns:a16="http://schemas.microsoft.com/office/drawing/2014/main" id="{42BCF712-A15E-FC60-5928-83DAE7DF69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33575"/>
          <a:stretch/>
        </p:blipFill>
        <p:spPr>
          <a:xfrm>
            <a:off x="2526621" y="1449976"/>
            <a:ext cx="7138757" cy="154483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3F065C4-FE05-262F-3BAD-94D69C0E55B4}"/>
              </a:ext>
            </a:extLst>
          </p:cNvPr>
          <p:cNvSpPr txBox="1">
            <a:spLocks/>
          </p:cNvSpPr>
          <p:nvPr userDrawn="1"/>
        </p:nvSpPr>
        <p:spPr>
          <a:xfrm>
            <a:off x="5032267" y="2771744"/>
            <a:ext cx="2127463" cy="961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stronomus" pitchFamily="2" charset="0"/>
                <a:ea typeface="+mj-ea"/>
                <a:cs typeface="+mj-cs"/>
              </a:defRPr>
            </a:lvl1pPr>
          </a:lstStyle>
          <a:p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Italy</a:t>
            </a:r>
            <a:endParaRPr lang="en-IT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D600A50-41C1-59B4-BA1D-60DB3F57C0F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82063" y="6335486"/>
            <a:ext cx="1281498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64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02CD2-5EEB-C6F0-FCD5-53372D97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2D40F-FB5E-8152-1630-A4B884960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18BBE-3B49-358B-67DB-B498AE904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 dirty="0"/>
              <a:t>HUAWEI </a:t>
            </a:r>
            <a:r>
              <a:rPr lang="en-IT"/>
              <a:t>TECHARENA 202</a:t>
            </a:r>
            <a:r>
              <a:rPr lang="it-IT" dirty="0"/>
              <a:t>6</a:t>
            </a:r>
            <a:endParaRPr lang="en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1C727-C7CF-08D6-731A-80578975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012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AA81E-24C8-20BC-F5E7-2C4CFF87D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0B1ED-6915-6E9D-7FA2-1A8A1E463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4F733-A443-1D1C-4084-70B6F614D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 dirty="0"/>
              <a:t>HUAWEI </a:t>
            </a:r>
            <a:r>
              <a:rPr lang="en-IT"/>
              <a:t>TECHARENA 202</a:t>
            </a:r>
            <a:r>
              <a:rPr lang="it-IT" dirty="0"/>
              <a:t>6</a:t>
            </a:r>
            <a:endParaRPr lang="en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DD18-7CF5-CB61-063C-A95C2677D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09929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0CB6-16DF-F6C4-63D3-322C7D3A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F1146-7924-7E43-FC32-923E48906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D5195-A611-C9DA-6A6F-E5C942F8D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 dirty="0"/>
              <a:t>HUAWEI </a:t>
            </a:r>
            <a:r>
              <a:rPr lang="en-IT"/>
              <a:t>TECHARENA 202</a:t>
            </a:r>
            <a:r>
              <a:rPr lang="it-IT" dirty="0"/>
              <a:t>6</a:t>
            </a:r>
            <a:endParaRPr lang="en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5BB0B-C073-9357-6D22-13D0E634F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‹N›</a:t>
            </a:fld>
            <a:endParaRPr lang="en-IT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F1FD3CF5-DF71-7852-63FE-C141D8178139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172202" y="1825625"/>
            <a:ext cx="5183186" cy="43513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48151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0F9D2-187D-4583-3870-094CA0F6B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288B3-30E8-BB4B-D96C-2AD14AA74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AEF2F-417B-6E77-7700-EB20EB81F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65B9FC-3711-D566-926A-7B3F3BAB34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8D572B-C01D-3158-B978-6B79A6C258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3E8B5-D52F-C8AD-FCD2-2F61CBE7A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 dirty="0"/>
              <a:t>HUAWEI </a:t>
            </a:r>
            <a:r>
              <a:rPr lang="en-IT"/>
              <a:t>TECHARENA 202</a:t>
            </a:r>
            <a:r>
              <a:rPr lang="it-IT" dirty="0"/>
              <a:t>6</a:t>
            </a:r>
            <a:endParaRPr lang="en-IT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2C6C4-6F27-AC9F-2E6E-989B16D89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71150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814F1-102D-07B1-3E8C-8B06B954D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EA98B-D0FE-F856-D696-45147385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 dirty="0"/>
              <a:t>HUAWEI </a:t>
            </a:r>
            <a:r>
              <a:rPr lang="en-IT"/>
              <a:t>TECHARENA 202</a:t>
            </a:r>
            <a:r>
              <a:rPr lang="it-IT" dirty="0"/>
              <a:t>6</a:t>
            </a:r>
            <a:endParaRPr lang="en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CBFDE-2EDD-D717-EBE3-476ECAEE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56389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409FF5-1265-EE9E-5D7E-CA9112A46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 dirty="0"/>
              <a:t>HUAWEI </a:t>
            </a:r>
            <a:r>
              <a:rPr lang="en-IT"/>
              <a:t>TECHARENA 202</a:t>
            </a:r>
            <a:r>
              <a:rPr lang="it-IT" dirty="0"/>
              <a:t>6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B7B3F-13E1-E9B6-2CB9-D2A52C13B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33457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08DAA-D051-6558-7781-F9C098109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A01E5-D061-81B2-5A9A-A9C5E172B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0B0B3-00F2-21E5-9206-54ECCE0AE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7C7CE-11DA-977F-66D6-7AA72C7F0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 dirty="0"/>
              <a:t>HUAWEI </a:t>
            </a:r>
            <a:r>
              <a:rPr lang="en-IT"/>
              <a:t>TECHARENA 202</a:t>
            </a:r>
            <a:r>
              <a:rPr lang="it-IT" dirty="0"/>
              <a:t>6</a:t>
            </a:r>
            <a:endParaRPr lang="en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8EF9A-158C-E10F-242F-FCCAF48D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7500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FC4E-4E85-BBB4-BC94-77AA494EC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88709-382C-8750-0D81-71BBEE9EE0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97044-9FAC-3DF5-7FB4-FC5E0A907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60EABE-177A-55E4-70C5-C1928A53C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 dirty="0"/>
              <a:t>HUAWEI </a:t>
            </a:r>
            <a:r>
              <a:rPr lang="en-IT"/>
              <a:t>TECHARENA 202</a:t>
            </a:r>
            <a:r>
              <a:rPr lang="it-IT" dirty="0"/>
              <a:t>6</a:t>
            </a:r>
            <a:endParaRPr lang="en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4003A-B6F8-E01A-19CA-8C52C19E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98337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R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FC4E-4E85-BBB4-BC94-77AA494EC7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1092" y="1503320"/>
            <a:ext cx="4924908" cy="53022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dirty="0"/>
              <a:t>Folder</a:t>
            </a:r>
            <a:endParaRPr lang="en-I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88709-382C-8750-0D81-71BBEE9EE07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665443" y="1503321"/>
            <a:ext cx="4114800" cy="38036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IT" dirty="0"/>
              <a:t>Click to add QR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97044-9FAC-3DF5-7FB4-FC5E0A907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1092" y="2401294"/>
            <a:ext cx="4924908" cy="29056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60EABE-177A-55E4-70C5-C1928A53C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 dirty="0"/>
              <a:t>HUAWEI </a:t>
            </a:r>
            <a:r>
              <a:rPr lang="en-IT"/>
              <a:t>TECHARENA 202</a:t>
            </a:r>
            <a:r>
              <a:rPr lang="it-IT" dirty="0"/>
              <a:t>6</a:t>
            </a:r>
            <a:endParaRPr lang="en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4003A-B6F8-E01A-19CA-8C52C19E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‹N›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92384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669D3E1-7B14-D577-A26F-F05E40CD1E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D01ED-C930-5004-42CE-54A45354FB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180521"/>
            <a:ext cx="9144000" cy="70315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GB" dirty="0"/>
              <a:t>THANK YOU</a:t>
            </a:r>
            <a:endParaRPr lang="en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CA286-79EA-82C6-39E8-61C19320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 dirty="0"/>
              <a:t>HUAWEI </a:t>
            </a:r>
            <a:r>
              <a:rPr lang="en-IT"/>
              <a:t>TECHARENA 202</a:t>
            </a:r>
            <a:r>
              <a:rPr lang="it-IT" dirty="0"/>
              <a:t>6</a:t>
            </a:r>
            <a:endParaRPr lang="en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1843C-1C17-9E80-0172-045C1372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‹N›</a:t>
            </a:fld>
            <a:endParaRPr lang="en-IT"/>
          </a:p>
        </p:txBody>
      </p:sp>
      <p:pic>
        <p:nvPicPr>
          <p:cNvPr id="9" name="Picture 8" descr="A black and orange logo&#10;&#10;Description automatically generated">
            <a:extLst>
              <a:ext uri="{FF2B5EF4-FFF2-40B4-BE49-F238E27FC236}">
                <a16:creationId xmlns:a16="http://schemas.microsoft.com/office/drawing/2014/main" id="{F8CAD6EE-86F8-C39E-2122-A7020DE26D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39734"/>
          <a:stretch/>
        </p:blipFill>
        <p:spPr>
          <a:xfrm>
            <a:off x="4305300" y="1713685"/>
            <a:ext cx="3581400" cy="703153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95D218AD-5DA6-B502-C96A-C0ED82FB73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82063" y="6324600"/>
            <a:ext cx="1281498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55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hexagons on a grey background&#10;&#10;Description automatically generated">
            <a:extLst>
              <a:ext uri="{FF2B5EF4-FFF2-40B4-BE49-F238E27FC236}">
                <a16:creationId xmlns:a16="http://schemas.microsoft.com/office/drawing/2014/main" id="{636CE6D2-C646-0795-7FB6-948D9591C3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5535" r="5535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D15A62-518B-455C-AA33-12CE63E8B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I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2D936-E096-5353-4ECA-35FF46E53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876FF-5F22-6347-B398-6480BD7BA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82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IT" dirty="0"/>
              <a:t>HUAWEI </a:t>
            </a:r>
            <a:r>
              <a:rPr lang="en-IT"/>
              <a:t>TECHARENA 202</a:t>
            </a:r>
            <a:r>
              <a:rPr lang="it-IT" dirty="0"/>
              <a:t>6</a:t>
            </a:r>
            <a:endParaRPr lang="en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1C5AF-0961-6B72-A8C1-3E042247F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D1D32A2-C957-7B4B-85B1-BAB13D3C7546}" type="slidenum">
              <a:rPr lang="en-IT" smtClean="0"/>
              <a:pPr/>
              <a:t>‹N›</a:t>
            </a:fld>
            <a:endParaRPr lang="en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2C1E1F1-A429-3FFC-7D81-B6E4919A687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82063" y="6324600"/>
            <a:ext cx="1281498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3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Astronomus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FA285-FBAD-73E2-1BFB-AA6BFAF953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93276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8B5E-16A8-A7DC-674F-F07333D80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Title And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9F308-BB28-3D1F-4570-E15FBDB74B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17B7D49-BBF3-9F50-7801-587D53D271AE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05DEC-8C8F-A165-FAED-A7E6C23B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HUAWEI TECHARENA 2024</a:t>
            </a:r>
            <a:endParaRPr lang="en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F5359-E2C6-65B4-8891-E32AAECE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2665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D6198-F809-C67F-8A79-8BDF13E1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Title, content and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F7DA5-BFB6-5C61-E1C0-585AC34AA3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B378D-5778-A811-CECD-1742ABEDF6D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173BD-035C-5A1B-92DF-F652BC8A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HUAWEI TECHARENA 2024</a:t>
            </a:r>
            <a:endParaRPr lang="en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EB7A1-13A5-6D33-2B55-42E6C8951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22037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153E-1120-2C31-4AEA-1B4B1401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06AD5-9391-5BAA-670B-695012E07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EFEF0-8C5F-3FAA-E149-78AE368471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224B5D-75A0-F060-AB02-2EC91546B2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83DAA-F912-E30C-16D7-FC882999C35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C337C6-6105-A90E-C752-8C220D192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HUAWEI TECHARENA 2024</a:t>
            </a:r>
            <a:endParaRPr lang="en-IT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FE8AD99-9FFB-4AD9-BC32-0A7F076B0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3757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220DD-3FF3-C0E0-9DF7-29E5FE062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Content with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6B6016-E763-22C1-7331-4DC747225AB1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E9186-D440-0295-B65B-E50FEFECE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DDCDB-96AF-7D95-FE79-EFE5333D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HUAWEI TECHARENA 2024</a:t>
            </a:r>
            <a:endParaRPr lang="en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EDF57-96BA-9AAC-D024-0A3E577F0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90582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CD2BB-2FBF-CB54-2FA5-90D38F44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BFFE8F-5CF5-1529-C4B4-21365D57D4B9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FCE97-20DE-0620-DC63-0DEA973E4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13D42-14FC-6E96-EAE8-45D8843C1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HUAWEI TECHARENA 2024</a:t>
            </a:r>
            <a:endParaRPr lang="en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78F75-8ADB-B57A-3E89-D1A803C5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D32A2-C957-7B4B-85B1-BAB13D3C7546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19410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DD9B0-0DF2-0C26-C3B3-42FC0897C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90622"/>
            <a:ext cx="9144000" cy="703153"/>
          </a:xfrm>
        </p:spPr>
        <p:txBody>
          <a:bodyPr/>
          <a:lstStyle/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423088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32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Office Theme</vt:lpstr>
      <vt:lpstr>Presentazione standard di PowerPoint</vt:lpstr>
      <vt:lpstr>Title And Content</vt:lpstr>
      <vt:lpstr>Title, content and picture</vt:lpstr>
      <vt:lpstr>Comparison</vt:lpstr>
      <vt:lpstr>Content with picture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Vincenzo Franco</dc:creator>
  <cp:lastModifiedBy>Pietro Tuttobene</cp:lastModifiedBy>
  <cp:revision>7</cp:revision>
  <dcterms:created xsi:type="dcterms:W3CDTF">2024-09-26T09:51:43Z</dcterms:created>
  <dcterms:modified xsi:type="dcterms:W3CDTF">2026-06-18T09:33:23Z</dcterms:modified>
</cp:coreProperties>
</file>